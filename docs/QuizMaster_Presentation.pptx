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62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5" d="100"/>
          <a:sy n="75" d="100"/>
        </p:scale>
        <p:origin x="72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18288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  <a:latin typeface="Arial"/>
              </a:defRPr>
            </a:pPr>
            <a:r>
              <a:t>Interactive Real-Time</a:t>
            </a:r>
            <a:br/>
            <a:r>
              <a:t>Quiz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BBBBDD"/>
                </a:solidFill>
                <a:latin typeface="Arial"/>
              </a:defRPr>
            </a:pPr>
            <a:r>
              <a:t>Web Application MVP — Project Presentation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AA"/>
                </a:solidFill>
                <a:latin typeface="Arial"/>
              </a:defRPr>
            </a:pPr>
            <a:r>
              <a:t>1 /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293B"/>
                </a:solidFill>
                <a:latin typeface="Arial"/>
              </a:defRPr>
            </a:pPr>
            <a:r>
              <a:t>Project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4748B"/>
                </a:solidFill>
                <a:latin typeface="Arial"/>
              </a:defRPr>
            </a:pPr>
            <a:r>
              <a:t>A full-stack web application for creating and conducting live quizzes with real-time interaction.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011680"/>
            <a:ext cx="3474720" cy="2103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ctr">
              <a:defRPr sz="1600" b="1">
                <a:solidFill>
                  <a:srgbClr val="1E293B"/>
                </a:solidFill>
                <a:latin typeface="Arial"/>
              </a:defRPr>
            </a:pPr>
            <a:r>
              <a:t>📝  Quiz Creation</a:t>
            </a:r>
          </a:p>
          <a:p>
            <a:pPr>
              <a:spcBef>
                <a:spcPts val="600"/>
              </a:spcBef>
              <a:defRPr sz="1300">
                <a:solidFill>
                  <a:srgbClr val="64748B"/>
                </a:solidFill>
                <a:latin typeface="Arial"/>
              </a:defRPr>
            </a:pPr>
            <a:r>
              <a:t>4 question types: text &amp; image,</a:t>
            </a:r>
            <a:br/>
            <a:r>
              <a:t>single &amp; multiple choice.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2011680"/>
            <a:ext cx="3474720" cy="2103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ctr">
              <a:defRPr sz="1600" b="1">
                <a:solidFill>
                  <a:srgbClr val="1E293B"/>
                </a:solidFill>
                <a:latin typeface="Arial"/>
              </a:defRPr>
            </a:pPr>
            <a:r>
              <a:t>⚡  Real-Time Play</a:t>
            </a:r>
          </a:p>
          <a:p>
            <a:pPr>
              <a:spcBef>
                <a:spcPts val="600"/>
              </a:spcBef>
              <a:defRPr sz="1300">
                <a:solidFill>
                  <a:srgbClr val="64748B"/>
                </a:solidFill>
                <a:latin typeface="Arial"/>
              </a:defRPr>
            </a:pPr>
            <a:r>
              <a:t>Questions sync via WebSocket.</a:t>
            </a:r>
            <a:br/>
            <a:r>
              <a:t>Countdown timers per question.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59" y="2011680"/>
            <a:ext cx="3474720" cy="2103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ctr">
              <a:defRPr sz="1600" b="1">
                <a:solidFill>
                  <a:srgbClr val="1E293B"/>
                </a:solidFill>
                <a:latin typeface="Arial"/>
              </a:defRPr>
            </a:pPr>
            <a:r>
              <a:t>🏆  Live Leaderboard</a:t>
            </a:r>
          </a:p>
          <a:p>
            <a:pPr>
              <a:spcBef>
                <a:spcPts val="600"/>
              </a:spcBef>
              <a:defRPr sz="1300">
                <a:solidFill>
                  <a:srgbClr val="64748B"/>
                </a:solidFill>
                <a:latin typeface="Arial"/>
              </a:defRPr>
            </a:pPr>
            <a:r>
              <a:t>Auto-scoring. Final rankings with</a:t>
            </a:r>
            <a:br/>
            <a:r>
              <a:t>score, accuracy &amp; response 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389120"/>
            <a:ext cx="3474720" cy="2103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ctr">
              <a:defRPr sz="1600" b="1">
                <a:solidFill>
                  <a:srgbClr val="1E293B"/>
                </a:solidFill>
                <a:latin typeface="Arial"/>
              </a:defRPr>
            </a:pPr>
            <a:r>
              <a:t>🔑  Room Codes</a:t>
            </a:r>
          </a:p>
          <a:p>
            <a:pPr>
              <a:spcBef>
                <a:spcPts val="600"/>
              </a:spcBef>
              <a:defRPr sz="1300">
                <a:solidFill>
                  <a:srgbClr val="64748B"/>
                </a:solidFill>
                <a:latin typeface="Arial"/>
              </a:defRPr>
            </a:pPr>
            <a:r>
              <a:t>6-character codes for instant</a:t>
            </a:r>
            <a:br/>
            <a:r>
              <a:t>joining. No links, no invites.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4389120"/>
            <a:ext cx="3474720" cy="2103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ctr">
              <a:defRPr sz="1600" b="1">
                <a:solidFill>
                  <a:srgbClr val="1E293B"/>
                </a:solidFill>
                <a:latin typeface="Arial"/>
              </a:defRPr>
            </a:pPr>
            <a:r>
              <a:t>👤  Dual Roles</a:t>
            </a:r>
          </a:p>
          <a:p>
            <a:pPr>
              <a:spcBef>
                <a:spcPts val="600"/>
              </a:spcBef>
              <a:defRPr sz="1300">
                <a:solidFill>
                  <a:srgbClr val="64748B"/>
                </a:solidFill>
                <a:latin typeface="Arial"/>
              </a:defRPr>
            </a:pPr>
            <a:r>
              <a:t>Organizer dashboard + Participant</a:t>
            </a:r>
            <a:br/>
            <a:r>
              <a:t>interface for seamless gameplay.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59" y="4389120"/>
            <a:ext cx="3474720" cy="2103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ctr">
              <a:defRPr sz="1600" b="1">
                <a:solidFill>
                  <a:srgbClr val="1E293B"/>
                </a:solidFill>
                <a:latin typeface="Arial"/>
              </a:defRPr>
            </a:pPr>
            <a:r>
              <a:t>📊  History &amp; Stats</a:t>
            </a:r>
          </a:p>
          <a:p>
            <a:pPr>
              <a:spcBef>
                <a:spcPts val="600"/>
              </a:spcBef>
              <a:defRPr sz="1300">
                <a:solidFill>
                  <a:srgbClr val="64748B"/>
                </a:solidFill>
                <a:latin typeface="Arial"/>
              </a:defRPr>
            </a:pPr>
            <a:r>
              <a:t>Personal profiles with participation</a:t>
            </a:r>
            <a:br/>
            <a:r>
              <a:t>history &amp; performance metrics.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Arial"/>
              </a:defRPr>
            </a:pPr>
            <a:r>
              <a:t>2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B82F6"/>
                </a:solidFill>
                <a:latin typeface="Arial"/>
              </a:defRPr>
            </a:pPr>
            <a:r>
              <a:t>🖥  Frontend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2194560"/>
          <a:ext cx="5029200" cy="22402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0039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Component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Choice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39">
                <a:tc>
                  <a:txBody>
                    <a:bodyPr/>
                    <a:lstStyle/>
                    <a:p>
                      <a:pPr>
                        <a:defRPr sz="1300">
                          <a:latin typeface="Arial"/>
                        </a:defRPr>
                      </a:pPr>
                      <a:r>
                        <a:t>Framework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Arial"/>
                        </a:defRPr>
                      </a:pPr>
                      <a:r>
                        <a:t>React 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39">
                <a:tc>
                  <a:txBody>
                    <a:bodyPr/>
                    <a:lstStyle/>
                    <a:p>
                      <a:pPr>
                        <a:defRPr sz="1300">
                          <a:latin typeface="Arial"/>
                        </a:defRPr>
                      </a:pPr>
                      <a:r>
                        <a:t>Build Tool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Arial"/>
                        </a:defRPr>
                      </a:pPr>
                      <a:r>
                        <a:t>Vite 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39">
                <a:tc>
                  <a:txBody>
                    <a:bodyPr/>
                    <a:lstStyle/>
                    <a:p>
                      <a:pPr>
                        <a:defRPr sz="1300">
                          <a:latin typeface="Arial"/>
                        </a:defRPr>
                      </a:pPr>
                      <a:r>
                        <a:t>Styling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Arial"/>
                        </a:defRPr>
                      </a:pPr>
                      <a:r>
                        <a:t>Tailwind CSS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39">
                <a:tc>
                  <a:txBody>
                    <a:bodyPr/>
                    <a:lstStyle/>
                    <a:p>
                      <a:pPr>
                        <a:defRPr sz="1300">
                          <a:latin typeface="Arial"/>
                        </a:defRPr>
                      </a:pPr>
                      <a:r>
                        <a:t>Routing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Arial"/>
                        </a:defRPr>
                      </a:pPr>
                      <a:r>
                        <a:t>React Router 6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39">
                <a:tc>
                  <a:txBody>
                    <a:bodyPr/>
                    <a:lstStyle/>
                    <a:p>
                      <a:pPr>
                        <a:defRPr sz="1300">
                          <a:latin typeface="Arial"/>
                        </a:defRPr>
                      </a:pPr>
                      <a:r>
                        <a:t>Real-Time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Arial"/>
                        </a:defRPr>
                      </a:pPr>
                      <a:r>
                        <a:t>Socket.IO Client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5">
                <a:tc>
                  <a:txBody>
                    <a:bodyPr/>
                    <a:lstStyle/>
                    <a:p>
                      <a:pPr>
                        <a:defRPr sz="1300">
                          <a:latin typeface="Arial"/>
                        </a:defRPr>
                      </a:pPr>
                      <a:r>
                        <a:t>HTTP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Arial"/>
                        </a:defRPr>
                      </a:pPr>
                      <a:r>
                        <a:t>Fetch API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6459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B82F6"/>
                </a:solidFill>
                <a:latin typeface="Arial"/>
              </a:defRPr>
            </a:pPr>
            <a:r>
              <a:t>⚙  Backend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2194560"/>
          <a:ext cx="5029200" cy="22402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0039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Component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Choice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39">
                <a:tc>
                  <a:txBody>
                    <a:bodyPr/>
                    <a:lstStyle/>
                    <a:p>
                      <a:pPr>
                        <a:defRPr sz="1300">
                          <a:latin typeface="Arial"/>
                        </a:defRPr>
                      </a:pPr>
                      <a:r>
                        <a:t>Runtime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Arial"/>
                        </a:defRPr>
                      </a:pPr>
                      <a:r>
                        <a:t>Node.js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39">
                <a:tc>
                  <a:txBody>
                    <a:bodyPr/>
                    <a:lstStyle/>
                    <a:p>
                      <a:pPr>
                        <a:defRPr sz="1300">
                          <a:latin typeface="Arial"/>
                        </a:defRPr>
                      </a:pPr>
                      <a:r>
                        <a:t>Framework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Arial"/>
                        </a:defRPr>
                      </a:pPr>
                      <a:r>
                        <a:t>Express 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39">
                <a:tc>
                  <a:txBody>
                    <a:bodyPr/>
                    <a:lstStyle/>
                    <a:p>
                      <a:pPr>
                        <a:defRPr sz="1300">
                          <a:latin typeface="Arial"/>
                        </a:defRPr>
                      </a:pPr>
                      <a:r>
                        <a:t>Database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Arial"/>
                        </a:defRPr>
                      </a:pPr>
                      <a:r>
                        <a:t>SQLite (better-sqlite3)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39">
                <a:tc>
                  <a:txBody>
                    <a:bodyPr/>
                    <a:lstStyle/>
                    <a:p>
                      <a:pPr>
                        <a:defRPr sz="1300">
                          <a:latin typeface="Arial"/>
                        </a:defRPr>
                      </a:pPr>
                      <a:r>
                        <a:t>Real-Time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Arial"/>
                        </a:defRPr>
                      </a:pPr>
                      <a:r>
                        <a:t>Socket.IO 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39">
                <a:tc>
                  <a:txBody>
                    <a:bodyPr/>
                    <a:lstStyle/>
                    <a:p>
                      <a:pPr>
                        <a:defRPr sz="1300">
                          <a:latin typeface="Arial"/>
                        </a:defRPr>
                      </a:pPr>
                      <a:r>
                        <a:t>Auth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Arial"/>
                        </a:defRPr>
                      </a:pPr>
                      <a:r>
                        <a:t>JWT (jsonwebtoken)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5">
                <a:tc>
                  <a:txBody>
                    <a:bodyPr/>
                    <a:lstStyle/>
                    <a:p>
                      <a:pPr>
                        <a:defRPr sz="1300">
                          <a:latin typeface="Arial"/>
                        </a:defRPr>
                      </a:pPr>
                      <a:r>
                        <a:t>Validation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Arial"/>
                        </a:defRPr>
                      </a:pPr>
                      <a:r>
                        <a:t>express-validator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106424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Arial"/>
              </a:defRPr>
            </a:pPr>
            <a:r>
              <a:t>3 /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Database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B82F6"/>
                </a:solidFill>
                <a:latin typeface="Arial"/>
              </a:defRPr>
            </a:pPr>
            <a:r>
              <a:t>Core Entities (6 Tables)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2103120"/>
          <a:ext cx="5029200" cy="3230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Table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Purpose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latin typeface="Arial"/>
                        </a:defRPr>
                      </a:pPr>
                      <a:r>
                        <a:t>users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Arial"/>
                        </a:defRPr>
                      </a:pPr>
                      <a:r>
                        <a:t>Authentication, role-based access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latin typeface="Arial"/>
                        </a:defRPr>
                      </a:pPr>
                      <a:r>
                        <a:t>quizzes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Arial"/>
                        </a:defRPr>
                      </a:pPr>
                      <a:r>
                        <a:t>Quiz metadata, settings, ownership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latin typeface="Arial"/>
                        </a:defRPr>
                      </a:pPr>
                      <a:r>
                        <a:t>questions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Arial"/>
                        </a:defRPr>
                      </a:pPr>
                      <a:r>
                        <a:t>4 types, points, time limits, ordering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latin typeface="Arial"/>
                        </a:defRPr>
                      </a:pPr>
                      <a:r>
                        <a:t>options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Arial"/>
                        </a:defRPr>
                      </a:pPr>
                      <a:r>
                        <a:t>Answer choices with correctness flag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latin typeface="Arial"/>
                        </a:defRPr>
                      </a:pPr>
                      <a:r>
                        <a:t>quiz_sessions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Arial"/>
                        </a:defRPr>
                      </a:pPr>
                      <a:r>
                        <a:t>Room codes, lifecycle state machine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latin typeface="Arial"/>
                        </a:defRPr>
                      </a:pPr>
                      <a:r>
                        <a:t>participants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Arial"/>
                        </a:defRPr>
                      </a:pPr>
                      <a:r>
                        <a:t>Join records, cumulative scores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latin typeface="Arial"/>
                        </a:defRPr>
                      </a:pPr>
                      <a:r>
                        <a:t>answers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Arial"/>
                        </a:defRPr>
                      </a:pPr>
                      <a:r>
                        <a:t>Response tracking, grading, timing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554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B82F6"/>
                </a:solidFill>
                <a:latin typeface="Arial"/>
              </a:defRPr>
            </a:pPr>
            <a:r>
              <a:t>Key Design Decisions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0312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DD"/>
                </a:solidFill>
                <a:latin typeface="Arial"/>
              </a:defRPr>
            </a:pPr>
            <a:r>
              <a:t>▸  Foreign keys with CASCADE for clean deletion</a:t>
            </a:r>
          </a:p>
          <a:p>
            <a:pPr>
              <a:spcBef>
                <a:spcPts val="800"/>
              </a:spcBef>
              <a:defRPr sz="1400" b="0">
                <a:solidFill>
                  <a:srgbClr val="CCCCDD"/>
                </a:solidFill>
                <a:latin typeface="Arial"/>
              </a:defRPr>
            </a:pPr>
            <a:r>
              <a:t>▸  JSON column for selected_option_ids</a:t>
            </a:r>
          </a:p>
          <a:p>
            <a:pPr>
              <a:spcBef>
                <a:spcPts val="800"/>
              </a:spcBef>
              <a:defRPr sz="1400" b="0">
                <a:solidFill>
                  <a:srgbClr val="CCCCDD"/>
                </a:solidFill>
                <a:latin typeface="Arial"/>
              </a:defRPr>
            </a:pPr>
            <a:r>
              <a:t>▸  Room codes exclude 0/O and 1/I</a:t>
            </a:r>
          </a:p>
          <a:p>
            <a:pPr>
              <a:spcBef>
                <a:spcPts val="800"/>
              </a:spcBef>
              <a:defRPr sz="1400" b="0">
                <a:solidFill>
                  <a:srgbClr val="CCCCDD"/>
                </a:solidFill>
                <a:latin typeface="Arial"/>
              </a:defRPr>
            </a:pPr>
            <a:r>
              <a:t>▸  WAL mode for concurrent performance</a:t>
            </a:r>
          </a:p>
          <a:p>
            <a:pPr>
              <a:spcBef>
                <a:spcPts val="800"/>
              </a:spcBef>
              <a:defRPr sz="1400" b="0">
                <a:solidFill>
                  <a:srgbClr val="CCCCDD"/>
                </a:solidFill>
                <a:latin typeface="Arial"/>
              </a:defRPr>
            </a:pPr>
            <a:r>
              <a:t>▸  Indexes on all foreign keys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Arial"/>
              </a:defRPr>
            </a:pPr>
            <a:r>
              <a:t>5 /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Development Stages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828800"/>
            <a:ext cx="2651760" cy="3657600"/>
          </a:xfrm>
          <a:prstGeom prst="roundRect">
            <a:avLst/>
          </a:prstGeom>
          <a:solidFill>
            <a:srgbClr val="222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rial"/>
              </a:defRPr>
            </a:pPr>
            <a:r>
              <a:t>1  Design &amp; Spec</a:t>
            </a:r>
          </a:p>
          <a:p>
            <a:pPr>
              <a:spcBef>
                <a:spcPts val="1000"/>
              </a:spcBef>
              <a:defRPr sz="1300">
                <a:solidFill>
                  <a:srgbClr val="AAAABB"/>
                </a:solidFill>
                <a:latin typeface="Arial"/>
              </a:defRPr>
            </a:pPr>
            <a:r>
              <a:t>Complete spec-as-code.</a:t>
            </a:r>
            <a:br/>
            <a:r>
              <a:t>Data models, API contracts,</a:t>
            </a:r>
            <a:br/>
            <a:r>
              <a:t>WebSocket protocol, UI states.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5120640"/>
            <a:ext cx="1097280" cy="32004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1 Day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20439" y="1828800"/>
            <a:ext cx="2651760" cy="3657600"/>
          </a:xfrm>
          <a:prstGeom prst="roundRect">
            <a:avLst/>
          </a:prstGeom>
          <a:solidFill>
            <a:srgbClr val="222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rial"/>
              </a:defRPr>
            </a:pPr>
            <a:r>
              <a:t>2  Backend</a:t>
            </a:r>
          </a:p>
          <a:p>
            <a:pPr>
              <a:spcBef>
                <a:spcPts val="1000"/>
              </a:spcBef>
              <a:defRPr sz="1300">
                <a:solidFill>
                  <a:srgbClr val="AAAABB"/>
                </a:solidFill>
                <a:latin typeface="Arial"/>
              </a:defRPr>
            </a:pPr>
            <a:r>
              <a:t>JWT auth, CRUD APIs,</a:t>
            </a:r>
            <a:br/>
            <a:r>
              <a:t>session management, room</a:t>
            </a:r>
            <a:br/>
            <a:r>
              <a:t>codes, WebSocket handler.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599" y="5120640"/>
            <a:ext cx="1097280" cy="32004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1 Day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828800"/>
            <a:ext cx="2651760" cy="3657600"/>
          </a:xfrm>
          <a:prstGeom prst="roundRect">
            <a:avLst/>
          </a:prstGeom>
          <a:solidFill>
            <a:srgbClr val="222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rial"/>
              </a:defRPr>
            </a:pPr>
            <a:r>
              <a:t>3  Frontend</a:t>
            </a:r>
          </a:p>
          <a:p>
            <a:pPr>
              <a:spcBef>
                <a:spcPts val="1000"/>
              </a:spcBef>
              <a:defRPr sz="1300">
                <a:solidFill>
                  <a:srgbClr val="AAAABB"/>
                </a:solidFill>
                <a:latin typeface="Arial"/>
              </a:defRPr>
            </a:pPr>
            <a:r>
              <a:t>10 pages: auth, dashboard,</a:t>
            </a:r>
            <a:br/>
            <a:r>
              <a:t>quiz editor, lobby, player</a:t>
            </a:r>
            <a:br/>
            <a:r>
              <a:t>room, profile. Real-time 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37960" y="5120640"/>
            <a:ext cx="1097280" cy="32004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2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281159" y="1828800"/>
            <a:ext cx="2651760" cy="3657600"/>
          </a:xfrm>
          <a:prstGeom prst="roundRect">
            <a:avLst/>
          </a:prstGeom>
          <a:solidFill>
            <a:srgbClr val="222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rial"/>
              </a:defRPr>
            </a:pPr>
            <a:r>
              <a:t>4  Integration</a:t>
            </a:r>
          </a:p>
          <a:p>
            <a:pPr>
              <a:spcBef>
                <a:spcPts val="1000"/>
              </a:spcBef>
              <a:defRPr sz="1300">
                <a:solidFill>
                  <a:srgbClr val="AAAABB"/>
                </a:solidFill>
                <a:latin typeface="Arial"/>
              </a:defRPr>
            </a:pPr>
            <a:r>
              <a:t>E2E API testing. Production</a:t>
            </a:r>
            <a:br/>
            <a:r>
              <a:t>build. CORS &amp; WebSocket</a:t>
            </a:r>
            <a:br/>
            <a:r>
              <a:t>setup. Documentation.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18319" y="5120640"/>
            <a:ext cx="1097280" cy="32004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1 Day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852160"/>
            <a:ext cx="10881360" cy="502920"/>
          </a:xfrm>
          <a:prstGeom prst="roundRect">
            <a:avLst/>
          </a:prstGeom>
          <a:solidFill>
            <a:srgbClr val="1E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rtlCol="0" anchor="ctr"/>
          <a:lstStyle/>
          <a:p>
            <a:pPr algn="ctr">
              <a:defRPr sz="1300">
                <a:solidFill>
                  <a:srgbClr val="99AABB"/>
                </a:solidFill>
                <a:latin typeface="Arial"/>
              </a:defRPr>
            </a:pPr>
            <a:r>
              <a:t>Parallel-first: Spec drove simultaneous backend &amp; frontend generation. Zero rework — API contracts matched from start.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Arial"/>
              </a:defRPr>
            </a:pPr>
            <a:r>
              <a:t>7 /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403</Words>
  <Application>Microsoft Office PowerPoint</Application>
  <PresentationFormat>宽屏</PresentationFormat>
  <Paragraphs>90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Чжэньнань Цуй</cp:lastModifiedBy>
  <cp:revision>2</cp:revision>
  <dcterms:created xsi:type="dcterms:W3CDTF">2013-01-27T09:14:16Z</dcterms:created>
  <dcterms:modified xsi:type="dcterms:W3CDTF">2026-05-30T15:47:10Z</dcterms:modified>
  <cp:category/>
</cp:coreProperties>
</file>